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invalid/not-fetched" TargetMode="Externa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4A73"/>
                </a:solidFill>
              </a:rPr>
              <a:t>PPTX_LOCAL_αβγ — Ação e informação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hlinkClick r:id="rId2"/>
              </a:rPr>
              <a:t>João e café; texto editável.</a:t>
            </a:r>
          </a:p>
        </p:txBody>
      </p:sp>
      <p:sp>
        <p:nvSpPr>
          <p:cNvPr id="4" name="THEME_RECTANGLE"/>
          <p:cNvSpPr/>
          <p:nvPr/>
        </p:nvSpPr>
        <p:spPr>
          <a:xfrm>
            <a:off x="5029200" y="2286000"/>
            <a:ext cx="1828800" cy="9144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6600" y="2286000"/>
            <a:ext cx="914400" cy="914400"/>
          </a:xfrm>
          <a:prstGeom prst="ellipse">
            <a:avLst/>
          </a:prstGeom>
          <a:solidFill>
            <a:srgbClr val="FF8000"/>
          </a:solidFill>
          <a:ln>
            <a:solidFill>
              <a:srgbClr val="123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457200" y="2743200"/>
            <a:ext cx="1828800" cy="914400"/>
          </a:xfrm>
          <a:prstGeom prst="rect">
            <a:avLst/>
          </a:prstGeom>
        </p:spPr>
      </p:pic>
      <p:sp>
        <p:nvSpPr>
          <p:cNvPr id="7" name="TextBox 6" hidden="1"/>
          <p:cNvSpPr txBox="1"/>
          <p:nvPr/>
        </p:nvSpPr>
        <p:spPr>
          <a:xfrm>
            <a:off x="3657600" y="3657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HIDDEN_SOURCE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ULTIMO_SLIDE_INDEPENDENTE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